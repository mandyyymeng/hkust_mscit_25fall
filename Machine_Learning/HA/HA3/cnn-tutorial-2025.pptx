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92" r:id="rId3"/>
    <p:sldId id="257" r:id="rId4"/>
    <p:sldId id="260" r:id="rId5"/>
    <p:sldId id="261" r:id="rId6"/>
    <p:sldId id="306" r:id="rId7"/>
    <p:sldId id="263" r:id="rId8"/>
    <p:sldId id="264" r:id="rId9"/>
    <p:sldId id="291" r:id="rId10"/>
    <p:sldId id="293" r:id="rId11"/>
    <p:sldId id="294" r:id="rId12"/>
    <p:sldId id="295" r:id="rId13"/>
    <p:sldId id="297" r:id="rId14"/>
    <p:sldId id="298" r:id="rId15"/>
    <p:sldId id="299" r:id="rId16"/>
    <p:sldId id="301" r:id="rId17"/>
    <p:sldId id="305" r:id="rId18"/>
    <p:sldId id="300" r:id="rId19"/>
    <p:sldId id="311" r:id="rId20"/>
    <p:sldId id="304" r:id="rId21"/>
    <p:sldId id="309" r:id="rId22"/>
    <p:sldId id="31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59DAA-9634-C8E3-C21C-A6537EC0D933}" v="2" dt="2025-03-18T06:34:55.404"/>
    <p1510:client id="{2CD9D5A1-CECD-E293-A26B-D4B1F664FFF8}" v="4" dt="2025-03-17T09:16:25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8e240c5a57edf40e3451c164219eefbb1f7d4e47ab953a5713734bd715d4bc00::" providerId="AD" clId="Web-{03059DAA-9634-C8E3-C21C-A6537EC0D933}"/>
    <pc:docChg chg="modSld">
      <pc:chgData name="Guest User" userId="S::urn:spo:anon#8e240c5a57edf40e3451c164219eefbb1f7d4e47ab953a5713734bd715d4bc00::" providerId="AD" clId="Web-{03059DAA-9634-C8E3-C21C-A6537EC0D933}" dt="2025-03-18T06:34:55.404" v="1" actId="1076"/>
      <pc:docMkLst>
        <pc:docMk/>
      </pc:docMkLst>
      <pc:sldChg chg="modSp">
        <pc:chgData name="Guest User" userId="S::urn:spo:anon#8e240c5a57edf40e3451c164219eefbb1f7d4e47ab953a5713734bd715d4bc00::" providerId="AD" clId="Web-{03059DAA-9634-C8E3-C21C-A6537EC0D933}" dt="2025-03-18T06:34:55.404" v="1" actId="1076"/>
        <pc:sldMkLst>
          <pc:docMk/>
          <pc:sldMk cId="3258516179" sldId="263"/>
        </pc:sldMkLst>
        <pc:picChg chg="mod">
          <ac:chgData name="Guest User" userId="S::urn:spo:anon#8e240c5a57edf40e3451c164219eefbb1f7d4e47ab953a5713734bd715d4bc00::" providerId="AD" clId="Web-{03059DAA-9634-C8E3-C21C-A6537EC0D933}" dt="2025-03-18T06:34:55.404" v="1" actId="1076"/>
          <ac:picMkLst>
            <pc:docMk/>
            <pc:sldMk cId="3258516179" sldId="263"/>
            <ac:picMk id="7" creationId="{2A2ABDBE-2904-3181-0A65-19121634B691}"/>
          </ac:picMkLst>
        </pc:picChg>
      </pc:sldChg>
    </pc:docChg>
  </pc:docChgLst>
  <pc:docChgLst>
    <pc:chgData name="LAM Sing Yu" userId="S::sylamaq_connect.ust.hk#ext#@gohkust.onmicrosoft.com::6bf80d92-89e0-4766-98e9-d4a6380de163" providerId="AD" clId="Web-{40CF4E8B-D47F-E84B-F468-972064B9824F}"/>
    <pc:docChg chg="sldOrd">
      <pc:chgData name="LAM Sing Yu" userId="S::sylamaq_connect.ust.hk#ext#@gohkust.onmicrosoft.com::6bf80d92-89e0-4766-98e9-d4a6380de163" providerId="AD" clId="Web-{40CF4E8B-D47F-E84B-F468-972064B9824F}" dt="2023-10-24T12:12:34.954" v="0"/>
      <pc:docMkLst>
        <pc:docMk/>
      </pc:docMkLst>
      <pc:sldChg chg="ord">
        <pc:chgData name="LAM Sing Yu" userId="S::sylamaq_connect.ust.hk#ext#@gohkust.onmicrosoft.com::6bf80d92-89e0-4766-98e9-d4a6380de163" providerId="AD" clId="Web-{40CF4E8B-D47F-E84B-F468-972064B9824F}" dt="2023-10-24T12:12:34.954" v="0"/>
        <pc:sldMkLst>
          <pc:docMk/>
          <pc:sldMk cId="4282133659" sldId="261"/>
        </pc:sldMkLst>
      </pc:sldChg>
    </pc:docChg>
  </pc:docChgLst>
  <pc:docChgLst>
    <pc:chgData name="Guest User" userId="S::urn:spo:anon#130ba4cdb03c80f69167f8ee3899054391cde7f9aa0d1c27d0335978eda2d3f8::" providerId="AD" clId="Web-{AE62F0BC-BD12-5516-A000-423702520096}"/>
    <pc:docChg chg="sldOrd">
      <pc:chgData name="Guest User" userId="S::urn:spo:anon#130ba4cdb03c80f69167f8ee3899054391cde7f9aa0d1c27d0335978eda2d3f8::" providerId="AD" clId="Web-{AE62F0BC-BD12-5516-A000-423702520096}" dt="2023-10-16T04:38:17.461" v="0"/>
      <pc:docMkLst>
        <pc:docMk/>
      </pc:docMkLst>
      <pc:sldChg chg="ord">
        <pc:chgData name="Guest User" userId="S::urn:spo:anon#130ba4cdb03c80f69167f8ee3899054391cde7f9aa0d1c27d0335978eda2d3f8::" providerId="AD" clId="Web-{AE62F0BC-BD12-5516-A000-423702520096}" dt="2023-10-16T04:38:17.461" v="0"/>
        <pc:sldMkLst>
          <pc:docMk/>
          <pc:sldMk cId="137890223" sldId="295"/>
        </pc:sldMkLst>
      </pc:sldChg>
    </pc:docChg>
  </pc:docChgLst>
  <pc:docChgLst>
    <pc:chgData name="CHEN Yijun" userId="S::ychenoj_connect.ust.hk#ext#@gohkust.onmicrosoft.com::ad7a33ad-164c-4090-a98a-fad9c908b335" providerId="AD" clId="Web-{1E178DEF-FCFB-CF9A-2042-AE9555F0A0F4}"/>
    <pc:docChg chg="modSld">
      <pc:chgData name="CHEN Yijun" userId="S::ychenoj_connect.ust.hk#ext#@gohkust.onmicrosoft.com::ad7a33ad-164c-4090-a98a-fad9c908b335" providerId="AD" clId="Web-{1E178DEF-FCFB-CF9A-2042-AE9555F0A0F4}" dt="2025-03-10T04:47:00.355" v="2" actId="1076"/>
      <pc:docMkLst>
        <pc:docMk/>
      </pc:docMkLst>
      <pc:sldChg chg="modSp">
        <pc:chgData name="CHEN Yijun" userId="S::ychenoj_connect.ust.hk#ext#@gohkust.onmicrosoft.com::ad7a33ad-164c-4090-a98a-fad9c908b335" providerId="AD" clId="Web-{1E178DEF-FCFB-CF9A-2042-AE9555F0A0F4}" dt="2025-03-10T04:47:00.355" v="2" actId="1076"/>
        <pc:sldMkLst>
          <pc:docMk/>
          <pc:sldMk cId="1134279637" sldId="257"/>
        </pc:sldMkLst>
        <pc:picChg chg="mod">
          <ac:chgData name="CHEN Yijun" userId="S::ychenoj_connect.ust.hk#ext#@gohkust.onmicrosoft.com::ad7a33ad-164c-4090-a98a-fad9c908b335" providerId="AD" clId="Web-{1E178DEF-FCFB-CF9A-2042-AE9555F0A0F4}" dt="2025-03-10T04:47:00.355" v="2" actId="1076"/>
          <ac:picMkLst>
            <pc:docMk/>
            <pc:sldMk cId="1134279637" sldId="257"/>
            <ac:picMk id="5" creationId="{52710EC9-B19A-5178-85DA-1C29B7DCE62C}"/>
          </ac:picMkLst>
        </pc:picChg>
      </pc:sldChg>
    </pc:docChg>
  </pc:docChgLst>
  <pc:docChgLst>
    <pc:chgData name="LAM Sing Yu" userId="S::sylamaq_connect.ust.hk#ext#@gohkust.onmicrosoft.com::6bf80d92-89e0-4766-98e9-d4a6380de163" providerId="AD" clId="Web-{FBC3AFD9-59E1-4014-114A-CB1AE4E1BB28}"/>
    <pc:docChg chg="sldOrd">
      <pc:chgData name="LAM Sing Yu" userId="S::sylamaq_connect.ust.hk#ext#@gohkust.onmicrosoft.com::6bf80d92-89e0-4766-98e9-d4a6380de163" providerId="AD" clId="Web-{FBC3AFD9-59E1-4014-114A-CB1AE4E1BB28}" dt="2023-10-25T16:13:17.612" v="0"/>
      <pc:docMkLst>
        <pc:docMk/>
      </pc:docMkLst>
      <pc:sldChg chg="ord">
        <pc:chgData name="LAM Sing Yu" userId="S::sylamaq_connect.ust.hk#ext#@gohkust.onmicrosoft.com::6bf80d92-89e0-4766-98e9-d4a6380de163" providerId="AD" clId="Web-{FBC3AFD9-59E1-4014-114A-CB1AE4E1BB28}" dt="2023-10-25T16:13:17.612" v="0"/>
        <pc:sldMkLst>
          <pc:docMk/>
          <pc:sldMk cId="1384193981" sldId="260"/>
        </pc:sldMkLst>
      </pc:sldChg>
    </pc:docChg>
  </pc:docChgLst>
  <pc:docChgLst>
    <pc:chgData name="Guest User" userId="S::urn:spo:anon#60bb3a803c1999d6776d9383deb1a9c219e9d4f1f821a818b4e3dc6c74752536::" providerId="AD" clId="Web-{7A7DEA26-9B00-45F8-5A11-6DF43A8CC810}"/>
    <pc:docChg chg="modSld">
      <pc:chgData name="Guest User" userId="S::urn:spo:anon#60bb3a803c1999d6776d9383deb1a9c219e9d4f1f821a818b4e3dc6c74752536::" providerId="AD" clId="Web-{7A7DEA26-9B00-45F8-5A11-6DF43A8CC810}" dt="2024-10-14T06:55:51.318" v="5" actId="20577"/>
      <pc:docMkLst>
        <pc:docMk/>
      </pc:docMkLst>
      <pc:sldChg chg="modSp">
        <pc:chgData name="Guest User" userId="S::urn:spo:anon#60bb3a803c1999d6776d9383deb1a9c219e9d4f1f821a818b4e3dc6c74752536::" providerId="AD" clId="Web-{7A7DEA26-9B00-45F8-5A11-6DF43A8CC810}" dt="2024-10-14T06:55:51.318" v="5" actId="20577"/>
        <pc:sldMkLst>
          <pc:docMk/>
          <pc:sldMk cId="948116860" sldId="298"/>
        </pc:sldMkLst>
        <pc:spChg chg="mod">
          <ac:chgData name="Guest User" userId="S::urn:spo:anon#60bb3a803c1999d6776d9383deb1a9c219e9d4f1f821a818b4e3dc6c74752536::" providerId="AD" clId="Web-{7A7DEA26-9B00-45F8-5A11-6DF43A8CC810}" dt="2024-10-14T06:55:51.318" v="5" actId="20577"/>
          <ac:spMkLst>
            <pc:docMk/>
            <pc:sldMk cId="948116860" sldId="298"/>
            <ac:spMk id="8" creationId="{68C02913-7499-0049-452D-E4C1978321E7}"/>
          </ac:spMkLst>
        </pc:spChg>
        <pc:picChg chg="mod modCrop">
          <ac:chgData name="Guest User" userId="S::urn:spo:anon#60bb3a803c1999d6776d9383deb1a9c219e9d4f1f821a818b4e3dc6c74752536::" providerId="AD" clId="Web-{7A7DEA26-9B00-45F8-5A11-6DF43A8CC810}" dt="2024-10-14T06:55:31.474" v="1"/>
          <ac:picMkLst>
            <pc:docMk/>
            <pc:sldMk cId="948116860" sldId="298"/>
            <ac:picMk id="7" creationId="{91644D05-603B-8A32-92F6-9A01057D353A}"/>
          </ac:picMkLst>
        </pc:picChg>
      </pc:sldChg>
    </pc:docChg>
  </pc:docChgLst>
  <pc:docChgLst>
    <pc:chgData name="Guest User" userId="S::urn:spo:anon#130ba4cdb03c80f69167f8ee3899054391cde7f9aa0d1c27d0335978eda2d3f8::" providerId="AD" clId="Web-{65AA4D3D-FEBE-EB3D-0D71-9B74248366AB}"/>
    <pc:docChg chg="modSld">
      <pc:chgData name="Guest User" userId="S::urn:spo:anon#130ba4cdb03c80f69167f8ee3899054391cde7f9aa0d1c27d0335978eda2d3f8::" providerId="AD" clId="Web-{65AA4D3D-FEBE-EB3D-0D71-9B74248366AB}" dt="2023-10-24T10:20:46.191" v="1" actId="1076"/>
      <pc:docMkLst>
        <pc:docMk/>
      </pc:docMkLst>
      <pc:sldChg chg="modSp">
        <pc:chgData name="Guest User" userId="S::urn:spo:anon#130ba4cdb03c80f69167f8ee3899054391cde7f9aa0d1c27d0335978eda2d3f8::" providerId="AD" clId="Web-{65AA4D3D-FEBE-EB3D-0D71-9B74248366AB}" dt="2023-10-24T10:20:46.191" v="1" actId="1076"/>
        <pc:sldMkLst>
          <pc:docMk/>
          <pc:sldMk cId="1384193981" sldId="260"/>
        </pc:sldMkLst>
        <pc:picChg chg="mod">
          <ac:chgData name="Guest User" userId="S::urn:spo:anon#130ba4cdb03c80f69167f8ee3899054391cde7f9aa0d1c27d0335978eda2d3f8::" providerId="AD" clId="Web-{65AA4D3D-FEBE-EB3D-0D71-9B74248366AB}" dt="2023-10-24T10:20:46.191" v="1" actId="1076"/>
          <ac:picMkLst>
            <pc:docMk/>
            <pc:sldMk cId="1384193981" sldId="260"/>
            <ac:picMk id="6" creationId="{51FD2531-D591-2B85-87D6-0FA43BA7D7F0}"/>
          </ac:picMkLst>
        </pc:picChg>
      </pc:sldChg>
    </pc:docChg>
  </pc:docChgLst>
  <pc:docChgLst>
    <pc:chgData name="来宾用户" userId="S::urn:spo:anon#130ba4cdb03c80f69167f8ee3899054391cde7f9aa0d1c27d0335978eda2d3f8::" providerId="AD" clId="Web-{2863BBAB-D210-4DE6-F846-CE0467263D0B}"/>
    <pc:docChg chg="addSld">
      <pc:chgData name="来宾用户" userId="S::urn:spo:anon#130ba4cdb03c80f69167f8ee3899054391cde7f9aa0d1c27d0335978eda2d3f8::" providerId="AD" clId="Web-{2863BBAB-D210-4DE6-F846-CE0467263D0B}" dt="2023-10-24T05:26:05.921" v="0"/>
      <pc:docMkLst>
        <pc:docMk/>
      </pc:docMkLst>
      <pc:sldChg chg="new">
        <pc:chgData name="来宾用户" userId="S::urn:spo:anon#130ba4cdb03c80f69167f8ee3899054391cde7f9aa0d1c27d0335978eda2d3f8::" providerId="AD" clId="Web-{2863BBAB-D210-4DE6-F846-CE0467263D0B}" dt="2023-10-24T05:26:05.921" v="0"/>
        <pc:sldMkLst>
          <pc:docMk/>
          <pc:sldMk cId="804757035" sldId="311"/>
        </pc:sldMkLst>
      </pc:sldChg>
    </pc:docChg>
  </pc:docChgLst>
  <pc:docChgLst>
    <pc:chgData name="Guest User" userId="S::urn:spo:anon#a150c62baa249338c5085b09a852d770334656d0f562dcd497e0f5c55ed48b91::" providerId="AD" clId="Web-{2CD9D5A1-CECD-E293-A26B-D4B1F664FFF8}"/>
    <pc:docChg chg="modSld">
      <pc:chgData name="Guest User" userId="S::urn:spo:anon#a150c62baa249338c5085b09a852d770334656d0f562dcd497e0f5c55ed48b91::" providerId="AD" clId="Web-{2CD9D5A1-CECD-E293-A26B-D4B1F664FFF8}" dt="2025-03-17T09:16:25.433" v="3"/>
      <pc:docMkLst>
        <pc:docMk/>
      </pc:docMkLst>
      <pc:sldChg chg="modSp">
        <pc:chgData name="Guest User" userId="S::urn:spo:anon#a150c62baa249338c5085b09a852d770334656d0f562dcd497e0f5c55ed48b91::" providerId="AD" clId="Web-{2CD9D5A1-CECD-E293-A26B-D4B1F664FFF8}" dt="2025-03-17T09:16:25.433" v="3"/>
        <pc:sldMkLst>
          <pc:docMk/>
          <pc:sldMk cId="3258516179" sldId="263"/>
        </pc:sldMkLst>
        <pc:picChg chg="mod modCrop">
          <ac:chgData name="Guest User" userId="S::urn:spo:anon#a150c62baa249338c5085b09a852d770334656d0f562dcd497e0f5c55ed48b91::" providerId="AD" clId="Web-{2CD9D5A1-CECD-E293-A26B-D4B1F664FFF8}" dt="2025-03-17T09:16:25.433" v="3"/>
          <ac:picMkLst>
            <pc:docMk/>
            <pc:sldMk cId="3258516179" sldId="263"/>
            <ac:picMk id="5" creationId="{1614033E-1912-D669-ED53-021D9CB50CCC}"/>
          </ac:picMkLst>
        </pc:picChg>
      </pc:sldChg>
    </pc:docChg>
  </pc:docChgLst>
  <pc:docChgLst>
    <pc:chgData name="来宾用户" userId="S::urn:spo:anon#130ba4cdb03c80f69167f8ee3899054391cde7f9aa0d1c27d0335978eda2d3f8::" providerId="AD" clId="Web-{9E2E4EE7-8F8F-60F5-B1B8-FAB238827755}"/>
    <pc:docChg chg="sldOrd">
      <pc:chgData name="来宾用户" userId="S::urn:spo:anon#130ba4cdb03c80f69167f8ee3899054391cde7f9aa0d1c27d0335978eda2d3f8::" providerId="AD" clId="Web-{9E2E4EE7-8F8F-60F5-B1B8-FAB238827755}" dt="2023-10-26T05:32:54.766" v="0"/>
      <pc:docMkLst>
        <pc:docMk/>
      </pc:docMkLst>
      <pc:sldChg chg="ord">
        <pc:chgData name="来宾用户" userId="S::urn:spo:anon#130ba4cdb03c80f69167f8ee3899054391cde7f9aa0d1c27d0335978eda2d3f8::" providerId="AD" clId="Web-{9E2E4EE7-8F8F-60F5-B1B8-FAB238827755}" dt="2023-10-26T05:32:54.766" v="0"/>
        <pc:sldMkLst>
          <pc:docMk/>
          <pc:sldMk cId="4282133659" sldId="261"/>
        </pc:sldMkLst>
      </pc:sldChg>
    </pc:docChg>
  </pc:docChgLst>
  <pc:docChgLst>
    <pc:chgData name="Guest User" userId="S::urn:spo:anon#130ba4cdb03c80f69167f8ee3899054391cde7f9aa0d1c27d0335978eda2d3f8::" providerId="AD" clId="Web-{51C2B762-5D69-5891-7168-ED0D9208622F}"/>
    <pc:docChg chg="sldOrd">
      <pc:chgData name="Guest User" userId="S::urn:spo:anon#130ba4cdb03c80f69167f8ee3899054391cde7f9aa0d1c27d0335978eda2d3f8::" providerId="AD" clId="Web-{51C2B762-5D69-5891-7168-ED0D9208622F}" dt="2023-10-20T02:10:26.126" v="0"/>
      <pc:docMkLst>
        <pc:docMk/>
      </pc:docMkLst>
      <pc:sldChg chg="ord">
        <pc:chgData name="Guest User" userId="S::urn:spo:anon#130ba4cdb03c80f69167f8ee3899054391cde7f9aa0d1c27d0335978eda2d3f8::" providerId="AD" clId="Web-{51C2B762-5D69-5891-7168-ED0D9208622F}" dt="2023-10-20T02:10:26.126" v="0"/>
        <pc:sldMkLst>
          <pc:docMk/>
          <pc:sldMk cId="3258516179" sldId="263"/>
        </pc:sldMkLst>
      </pc:sldChg>
    </pc:docChg>
  </pc:docChgLst>
  <pc:docChgLst>
    <pc:chgData name="来宾用户" userId="S::urn:spo:anon#eb4db32c613032e56d87ff2c06b29bb21cab14cba9208919c2a17cd86bcdf69e::" providerId="AD" clId="Web-{72DFE9C7-96F0-4E1F-DA07-E0DE33097A6E}"/>
    <pc:docChg chg="modSld">
      <pc:chgData name="来宾用户" userId="S::urn:spo:anon#eb4db32c613032e56d87ff2c06b29bb21cab14cba9208919c2a17cd86bcdf69e::" providerId="AD" clId="Web-{72DFE9C7-96F0-4E1F-DA07-E0DE33097A6E}" dt="2024-10-26T04:43:11.765" v="1" actId="1076"/>
      <pc:docMkLst>
        <pc:docMk/>
      </pc:docMkLst>
      <pc:sldChg chg="modSp">
        <pc:chgData name="来宾用户" userId="S::urn:spo:anon#eb4db32c613032e56d87ff2c06b29bb21cab14cba9208919c2a17cd86bcdf69e::" providerId="AD" clId="Web-{72DFE9C7-96F0-4E1F-DA07-E0DE33097A6E}" dt="2024-10-26T04:43:11.765" v="1" actId="1076"/>
        <pc:sldMkLst>
          <pc:docMk/>
          <pc:sldMk cId="4282133659" sldId="261"/>
        </pc:sldMkLst>
        <pc:spChg chg="mod">
          <ac:chgData name="来宾用户" userId="S::urn:spo:anon#eb4db32c613032e56d87ff2c06b29bb21cab14cba9208919c2a17cd86bcdf69e::" providerId="AD" clId="Web-{72DFE9C7-96F0-4E1F-DA07-E0DE33097A6E}" dt="2024-10-26T04:43:11.765" v="1" actId="1076"/>
          <ac:spMkLst>
            <pc:docMk/>
            <pc:sldMk cId="4282133659" sldId="261"/>
            <ac:spMk id="3" creationId="{41016679-AA19-0D98-6985-C5B821B72365}"/>
          </ac:spMkLst>
        </pc:spChg>
      </pc:sldChg>
    </pc:docChg>
  </pc:docChgLst>
  <pc:docChgLst>
    <pc:chgData name="來賓使用者" userId="S::urn:spo:anon#130ba4cdb03c80f69167f8ee3899054391cde7f9aa0d1c27d0335978eda2d3f8::" providerId="AD" clId="Web-{E9273002-1C20-04B7-06C9-0F6529B41076}"/>
    <pc:docChg chg="modSld">
      <pc:chgData name="來賓使用者" userId="S::urn:spo:anon#130ba4cdb03c80f69167f8ee3899054391cde7f9aa0d1c27d0335978eda2d3f8::" providerId="AD" clId="Web-{E9273002-1C20-04B7-06C9-0F6529B41076}" dt="2023-10-18T03:01:02.722" v="0"/>
      <pc:docMkLst>
        <pc:docMk/>
      </pc:docMkLst>
      <pc:sldChg chg="modSp">
        <pc:chgData name="來賓使用者" userId="S::urn:spo:anon#130ba4cdb03c80f69167f8ee3899054391cde7f9aa0d1c27d0335978eda2d3f8::" providerId="AD" clId="Web-{E9273002-1C20-04B7-06C9-0F6529B41076}" dt="2023-10-18T03:01:02.722" v="0"/>
        <pc:sldMkLst>
          <pc:docMk/>
          <pc:sldMk cId="3258516179" sldId="263"/>
        </pc:sldMkLst>
        <pc:spChg chg="mod">
          <ac:chgData name="來賓使用者" userId="S::urn:spo:anon#130ba4cdb03c80f69167f8ee3899054391cde7f9aa0d1c27d0335978eda2d3f8::" providerId="AD" clId="Web-{E9273002-1C20-04B7-06C9-0F6529B41076}" dt="2023-10-18T03:01:02.722" v="0"/>
          <ac:spMkLst>
            <pc:docMk/>
            <pc:sldMk cId="3258516179" sldId="263"/>
            <ac:spMk id="3" creationId="{41016679-AA19-0D98-6985-C5B821B72365}"/>
          </ac:spMkLst>
        </pc:spChg>
      </pc:sldChg>
      <pc:sldChg chg="modSp">
        <pc:chgData name="來賓使用者" userId="S::urn:spo:anon#130ba4cdb03c80f69167f8ee3899054391cde7f9aa0d1c27d0335978eda2d3f8::" providerId="AD" clId="Web-{E9273002-1C20-04B7-06C9-0F6529B41076}" dt="2023-10-18T03:01:02.722" v="0"/>
        <pc:sldMkLst>
          <pc:docMk/>
          <pc:sldMk cId="607749266" sldId="264"/>
        </pc:sldMkLst>
        <pc:spChg chg="mod">
          <ac:chgData name="來賓使用者" userId="S::urn:spo:anon#130ba4cdb03c80f69167f8ee3899054391cde7f9aa0d1c27d0335978eda2d3f8::" providerId="AD" clId="Web-{E9273002-1C20-04B7-06C9-0F6529B41076}" dt="2023-10-18T03:01:02.722" v="0"/>
          <ac:spMkLst>
            <pc:docMk/>
            <pc:sldMk cId="607749266" sldId="264"/>
            <ac:spMk id="3" creationId="{41016679-AA19-0D98-6985-C5B821B723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C1ACE-D9E7-4C24-B8E3-8E3A4961A2BA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7ECDA-C912-485B-9401-6AFAC8157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8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7ECDA-C912-485B-9401-6AFAC8157CD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412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2588DC-5B19-43D9-827C-8EC94537B81E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7ACE6C-8274-4159-87B2-B1C1065714F2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DCCB1B40-DFF5-4405-9F7E-2431A9438F51}" type="datetime1">
              <a:rPr lang="zh-CN" altLang="en-US" smtClean="0"/>
              <a:t>2025/3/17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294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0B399-5830-6AF8-E259-887937919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EE06A3-ACBA-F264-33D8-04A219ACE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EB18E0-1EBE-A145-817C-5C9371CC8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4A6FC6-56E4-E544-0EA7-5A14289B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989DAA-31C1-9996-293D-9D0AC799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272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4B91C-E931-5888-FC91-DBDA52A36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2EB86C-3976-3735-583C-AFEBB37F9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7E57E4-4537-8E2D-AB10-3CC03A70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FF845-6D4A-C2F6-3EDF-55AE83B0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1B4230-30CB-EB7B-78BF-0C8A773E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596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93E1C-7E4B-A73F-6DF2-71570C7C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CFECC5-E2DC-91B6-3670-84C255BF3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04FBD-E609-2E87-094E-C22FD3FBE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49116-29AD-E641-8C7C-C68426C3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13DF7C-C036-E680-E37F-AB4DE7B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40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6FA1C-85DB-6D71-30C1-7F6A7658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DC58FB-85CE-B0D2-3F97-2BFCEABB4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00A709-9979-0973-7CAA-278159674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4A82D6-9A3E-4ECD-8BCA-57DA82DD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CDF4-0D50-FA81-9F1D-9FECEAD5A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7C6B33-D62A-32A4-74F0-F7B5C8D5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3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801E9-4913-5702-D358-EAC04B1E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F96B40-155B-76AC-4BE8-971096B9C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7B50C5-6408-E70D-C2B7-10999DFE3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A233CF-56B8-A06C-A76A-CE7BC4DB8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E0F13A-E8FF-9E44-2B5F-30004E61B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0D73BA-CAEC-81E6-D4D4-C113D2B8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936F4F-3BDB-C78A-FDF9-E96E32C0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CDF2D1-BECC-A08C-C70C-E653709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90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0D91D-D316-EAC5-EC76-6BA4C276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666F65-E4B3-B943-050C-A29BC7919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BEBD4D-D864-819E-0C44-5A1A90C2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155B16-AD1F-8BC7-6214-7C9CE2A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469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0E6BD-39B9-03FF-716B-290B7B4D7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3ED4BF-7CA9-7C1E-DEDB-879B432F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7359A5-CE49-15F7-9BA9-2BF8DFD0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00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F85D7-0E10-C932-3EDF-BCA97642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0DF4B-2A1B-F38C-0568-954211978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66728B-221E-6D0D-0ACD-CC4EE6D94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FFCBE2-40C1-22B2-4976-D055229B6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60BBF-802D-109B-3594-2DF5F3456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7E89BC-068B-8D96-5065-5BBDC691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32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6F9F9-B6F6-A5D3-9980-C5E165E1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84D2FF-A47F-DFA6-0E84-952A45C8D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4F2773-8BF8-51F8-EAB0-B0B87D25A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E83899-EABE-B4CE-EE28-AB36AFC2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983E63-EC39-CDBF-82B9-ECB5F9DB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4D2D08-464A-EB39-260A-14DF4BF3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3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F3502-2203-0F76-E395-DF6D105D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E94B1D-0561-B0A5-0E00-A072730ED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BEBBB7-3AD7-553B-FE7F-97F16896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5E588B-D32A-649C-FEC3-0CAF6F4E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6E4537-2AFB-0511-8BEB-7D152B2A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20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785253-6364-F462-A35B-D508E51299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5168EF-5A54-AA9D-CF9E-3DF7D6EC5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AA301C-8B50-835F-DEBB-4B4C3DB09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82F65C-2AC5-0834-D8ED-13D09F9BB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7B1DE-C0EC-9F2F-76A1-63695F91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49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A95F44-50BB-8832-51CD-831D12A5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546CC0-BF50-CA42-1547-67EE514B6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E73421-1356-DF3F-41D5-B9ED61D8A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950A-D59F-4CD0-9843-EC215FF3853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F39636-951C-5B31-8CE1-F46D15DB7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E1FE21-C207-6612-C99E-EAE9C9C23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01E8F-7B4D-4464-9619-4A1E02EB7C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85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orch.org/docs/stable/generated/torch.nn.Conv2d.html#torch.nn.Conv2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vision/stable/datasets.html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colab.research.google.com/drive/1ai0f50MH23tbI_buSST6Aa0bWveKFCy9?usp=sharin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colab.research.google.com/github/pytorch/tutorials/blob/gh-pages/_downloads/4e865243430a47a00d551ca0579a6f6c/cifar10_tutorial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EF977EB-A81E-E4FD-2E01-F1959D66A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1062" y="2530128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altLang="zh-CN" sz="3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Tutorial</a:t>
            </a:r>
            <a:br>
              <a:rPr lang="en-US" altLang="zh-CN" sz="3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3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Spring</a:t>
            </a:r>
            <a:br>
              <a:rPr lang="en-US" altLang="zh-CN" sz="3600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sz="3600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0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E62040-4090-A4DD-EF0F-7866BB43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80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zh-CN" altLang="en-US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3D465B-BC1F-A4B5-5EC3-5F4504171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endParaRPr lang="en-US" altLang="zh-CN" sz="24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2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Basic operations in </a:t>
            </a:r>
            <a:r>
              <a:rPr lang="en-US" altLang="zh-CN" sz="2200" kern="10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22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to build a CNN </a:t>
            </a:r>
            <a:endParaRPr lang="zh-CN" altLang="zh-CN" sz="24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8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2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Introduction to </a:t>
            </a:r>
            <a:r>
              <a:rPr lang="en-US" altLang="zh-CN" sz="22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endParaRPr lang="en-US" altLang="zh-CN" sz="2200" kern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200" kern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200" kern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PyTorch</a:t>
            </a:r>
            <a:r>
              <a:rPr lang="en-US" altLang="zh-CN" sz="2200" kern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implementation of </a:t>
            </a:r>
            <a:r>
              <a:rPr lang="en-US" altLang="zh-CN" sz="22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endParaRPr lang="zh-CN" altLang="zh-CN" sz="22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indent="26670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2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2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identity blocks</a:t>
            </a:r>
            <a:endParaRPr lang="zh-CN" altLang="zh-CN" sz="22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indent="26670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2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2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convolutional blocks for resizing</a:t>
            </a:r>
          </a:p>
          <a:p>
            <a:pPr marL="0" lvl="0" indent="0">
              <a:buNone/>
            </a:pPr>
            <a:endParaRPr lang="en-US" altLang="zh-CN" sz="2200" kern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Image Processing and </a:t>
            </a:r>
            <a:r>
              <a:rPr lang="en-US" altLang="zh-CN" sz="2000" kern="10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Dataloader</a:t>
            </a:r>
            <a:endParaRPr lang="en-US" altLang="zh-CN" sz="20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000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Introduction to  cifar10_tutorial and HA3</a:t>
            </a:r>
          </a:p>
          <a:p>
            <a:endParaRPr lang="en-US" altLang="zh-CN" sz="2000" kern="10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altLang="zh-CN" sz="2200" kern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zh-CN" sz="22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22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22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200"/>
          </a:p>
        </p:txBody>
      </p:sp>
    </p:spTree>
    <p:extLst>
      <p:ext uri="{BB962C8B-B14F-4D97-AF65-F5344CB8AC3E}">
        <p14:creationId xmlns:p14="http://schemas.microsoft.com/office/powerpoint/2010/main" val="2276482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 descr="图表, 图示&#10;&#10;描述已自动生成">
            <a:extLst>
              <a:ext uri="{FF2B5EF4-FFF2-40B4-BE49-F238E27FC236}">
                <a16:creationId xmlns:a16="http://schemas.microsoft.com/office/drawing/2014/main" id="{52710EC9-B19A-5178-85DA-1C29B7DCE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853" y="717845"/>
            <a:ext cx="7581161" cy="534471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3143E7-11AC-15AC-ABBB-F1BE9484607F}"/>
              </a:ext>
            </a:extLst>
          </p:cNvPr>
          <p:cNvSpPr txBox="1"/>
          <p:nvPr/>
        </p:nvSpPr>
        <p:spPr>
          <a:xfrm>
            <a:off x="1744388" y="78479"/>
            <a:ext cx="3459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Intuition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27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F7D6B71-16AC-4130-344A-C68D3947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391" y="695525"/>
            <a:ext cx="2781541" cy="26443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1FD2531-D591-2B85-87D6-0FA43BA7D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062" y="151552"/>
            <a:ext cx="4294598" cy="35377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3F6FE46-0E04-C4C1-6217-71D941429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047" y="4267243"/>
            <a:ext cx="3055885" cy="89161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7172FB7-185F-CE61-243C-2A526F775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391" y="5003217"/>
            <a:ext cx="2301439" cy="112785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12A66B0-6B99-5163-8672-C0FAC2875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3062" y="4081756"/>
            <a:ext cx="4294598" cy="2469228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7C3B83D-2856-3EB4-7946-17995B5959C1}"/>
              </a:ext>
            </a:extLst>
          </p:cNvPr>
          <p:cNvCxnSpPr>
            <a:cxnSpLocks/>
          </p:cNvCxnSpPr>
          <p:nvPr/>
        </p:nvCxnSpPr>
        <p:spPr>
          <a:xfrm>
            <a:off x="0" y="37633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193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A7F11-B1F9-C08D-BFFA-1FE756DA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84" y="-464512"/>
            <a:ext cx="5748527" cy="1608328"/>
          </a:xfrm>
        </p:spPr>
        <p:txBody>
          <a:bodyPr>
            <a:normAutofit/>
          </a:bodyPr>
          <a:lstStyle/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 to Build a CNN in </a:t>
            </a:r>
            <a:r>
              <a:rPr lang="en-US" altLang="zh-CN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16679-AA19-0D98-6985-C5B821B72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64" y="775233"/>
            <a:ext cx="10076100" cy="1605083"/>
          </a:xfrm>
        </p:spPr>
        <p:txBody>
          <a:bodyPr anchor="ctr">
            <a:normAutofit/>
          </a:bodyPr>
          <a:lstStyle/>
          <a:p>
            <a:r>
              <a:rPr lang="en-US" altLang="zh-CN" b="1"/>
              <a:t>Conv2d</a:t>
            </a:r>
          </a:p>
          <a:p>
            <a:pPr marL="0" indent="0">
              <a:buNone/>
            </a:pPr>
            <a:r>
              <a:rPr lang="en-US" altLang="zh-CN"/>
              <a:t>torch.nn.Conv2d(</a:t>
            </a:r>
            <a:r>
              <a:rPr lang="en-US" altLang="zh-CN" err="1"/>
              <a:t>in_channels</a:t>
            </a:r>
            <a:r>
              <a:rPr lang="en-US" altLang="zh-CN"/>
              <a:t>, </a:t>
            </a:r>
            <a:r>
              <a:rPr lang="en-US" altLang="zh-CN" err="1"/>
              <a:t>out_channels</a:t>
            </a:r>
            <a:r>
              <a:rPr lang="en-US" altLang="zh-CN"/>
              <a:t>, </a:t>
            </a:r>
            <a:r>
              <a:rPr lang="en-US" altLang="zh-CN" err="1"/>
              <a:t>kernel_size</a:t>
            </a:r>
            <a:r>
              <a:rPr lang="en-US" altLang="zh-CN"/>
              <a:t>, stride=1, padding=0, bias=True, </a:t>
            </a:r>
            <a:r>
              <a:rPr lang="en-US" altLang="zh-CN" err="1"/>
              <a:t>padding_mode</a:t>
            </a:r>
            <a:r>
              <a:rPr lang="en-US" altLang="zh-CN"/>
              <a:t>='zeros')</a:t>
            </a:r>
          </a:p>
          <a:p>
            <a:endParaRPr lang="zh-CN" altLang="en-US" sz="200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Kernels (Filters) in convolutional neural network (CNN), Let's talk about  them. | by Rahul Kadam | CodeX | Medium">
            <a:extLst>
              <a:ext uri="{FF2B5EF4-FFF2-40B4-BE49-F238E27FC236}">
                <a16:creationId xmlns:a16="http://schemas.microsoft.com/office/drawing/2014/main" id="{6F8ED275-81DB-E378-8300-A4353127E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048" y="3201301"/>
            <a:ext cx="4974336" cy="210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 descr="图表&#10;&#10;描述已自动生成">
            <a:extLst>
              <a:ext uri="{FF2B5EF4-FFF2-40B4-BE49-F238E27FC236}">
                <a16:creationId xmlns:a16="http://schemas.microsoft.com/office/drawing/2014/main" id="{A7F27CCC-6AD5-6A82-2BFF-3A5866396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616" y="2986243"/>
            <a:ext cx="4974336" cy="3096524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42647942-8937-01FA-DDC5-E5DB6F800702}"/>
              </a:ext>
            </a:extLst>
          </p:cNvPr>
          <p:cNvSpPr/>
          <p:nvPr/>
        </p:nvSpPr>
        <p:spPr>
          <a:xfrm>
            <a:off x="6189391" y="150276"/>
            <a:ext cx="2741264" cy="923330"/>
          </a:xfrm>
          <a:prstGeom prst="wedgeRoundRectCallout">
            <a:avLst>
              <a:gd name="adj1" fmla="val -64117"/>
              <a:gd name="adj2" fmla="val 7415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1FE188-7544-4AD7-F3D9-9C9443986B16}"/>
              </a:ext>
            </a:extLst>
          </p:cNvPr>
          <p:cNvSpPr txBox="1"/>
          <p:nvPr/>
        </p:nvSpPr>
        <p:spPr>
          <a:xfrm>
            <a:off x="6189391" y="285630"/>
            <a:ext cx="3528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 output channels =</a:t>
            </a:r>
          </a:p>
          <a:p>
            <a:r>
              <a:rPr lang="en-US" altLang="zh-CN" b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# kernels/filters to be used</a:t>
            </a:r>
          </a:p>
          <a:p>
            <a:endParaRPr lang="zh-CN" alt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E075342-18C0-F4A6-CB98-8246FD0FB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9382" y="341097"/>
            <a:ext cx="3229704" cy="54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IBMPlexMono"/>
                <a:cs typeface="Times New Roman" panose="02020603050405020304" pitchFamily="18" charset="0"/>
              </a:rPr>
              <a:t>self.conv1 = 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IBMPlexMono"/>
                <a:cs typeface="Times New Roman" panose="02020603050405020304" pitchFamily="18" charset="0"/>
                <a:hlinkClick r:id="rId4" tooltip="torch.nn.Conv2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nn.Conv2d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IBMPlexMono"/>
                <a:cs typeface="Times New Roman" panose="02020603050405020304" pitchFamily="18" charset="0"/>
              </a:rPr>
              <a:t>(3, 6, 5)</a:t>
            </a:r>
            <a:endParaRPr kumimoji="0" lang="en-US" altLang="zh-CN" sz="1400" b="1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ea typeface="IBMPlexMono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Q: what is the number of kernels used ?</a:t>
            </a:r>
            <a:r>
              <a:rPr kumimoji="0" lang="zh-CN" altLang="zh-CN" sz="14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2133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47A9748-9B50-1302-768E-AB69D73EE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34" y="-104706"/>
            <a:ext cx="10905066" cy="1135737"/>
          </a:xfrm>
        </p:spPr>
        <p:txBody>
          <a:bodyPr>
            <a:normAutofit/>
          </a:bodyPr>
          <a:lstStyle/>
          <a:p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 to Build a CNN in </a:t>
            </a:r>
            <a:r>
              <a:rPr lang="en-US" altLang="zh-CN" sz="3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BAF3D62-3916-4764-8DAC-AC0DAE6B0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34" y="904219"/>
            <a:ext cx="2887374" cy="1022345"/>
          </a:xfrm>
        </p:spPr>
        <p:txBody>
          <a:bodyPr>
            <a:normAutofit/>
          </a:bodyPr>
          <a:lstStyle/>
          <a:p>
            <a:r>
              <a:rPr lang="en-US" altLang="zh-CN" sz="2000" b="1"/>
              <a:t>MaxPool2d</a:t>
            </a:r>
          </a:p>
          <a:p>
            <a:endParaRPr lang="zh-CN" altLang="en-US" sz="20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C9E58B-E9BE-0F47-E088-97E0BE7D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33" y="698562"/>
            <a:ext cx="8409067" cy="3778188"/>
          </a:xfrm>
          <a:prstGeom prst="rect">
            <a:avLst/>
          </a:prstGeom>
        </p:spPr>
      </p:pic>
      <p:sp>
        <p:nvSpPr>
          <p:cNvPr id="9" name="AutoShape 4" descr="padding-pads of an-image with zero Second layer in CNN--is the--pooling...  | Download Scientific Diagram">
            <a:extLst>
              <a:ext uri="{FF2B5EF4-FFF2-40B4-BE49-F238E27FC236}">
                <a16:creationId xmlns:a16="http://schemas.microsoft.com/office/drawing/2014/main" id="{7A684D2F-6390-6036-14FF-4DBA6D7B12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BA16DB1-4A68-9ECC-BAE4-ED7627A44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329" y="4775519"/>
            <a:ext cx="3292125" cy="190516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CEFDDEC-F5DA-B6A7-D2A4-2830689E01E0}"/>
              </a:ext>
            </a:extLst>
          </p:cNvPr>
          <p:cNvSpPr txBox="1"/>
          <p:nvPr/>
        </p:nvSpPr>
        <p:spPr>
          <a:xfrm>
            <a:off x="7176454" y="5429840"/>
            <a:ext cx="3610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is the output ?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29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CFA7F11-B1F9-C08D-BFFA-1FE756DA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34" y="-104706"/>
            <a:ext cx="10905066" cy="1135737"/>
          </a:xfrm>
        </p:spPr>
        <p:txBody>
          <a:bodyPr>
            <a:normAutofit/>
          </a:bodyPr>
          <a:lstStyle/>
          <a:p>
            <a:r>
              <a:rPr lang="en-US" altLang="zh-C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 to Build a CNN in </a:t>
            </a:r>
            <a:r>
              <a:rPr lang="en-US" altLang="zh-CN" sz="3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16679-AA19-0D98-6985-C5B821B72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349" y="1234158"/>
            <a:ext cx="2887374" cy="1022345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BatchNorm2d</a:t>
            </a:r>
          </a:p>
        </p:txBody>
      </p:sp>
      <p:grpSp>
        <p:nvGrpSpPr>
          <p:cNvPr id="27" name="Group 13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Isosceles Triangle 15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1614033E-1912-D669-ED53-021D9CB50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7" t="7121" r="-319" b="2092"/>
          <a:stretch/>
        </p:blipFill>
        <p:spPr>
          <a:xfrm>
            <a:off x="4813670" y="4374536"/>
            <a:ext cx="4798104" cy="2257774"/>
          </a:xfrm>
          <a:prstGeom prst="rect">
            <a:avLst/>
          </a:prstGeom>
        </p:spPr>
      </p:pic>
      <p:grpSp>
        <p:nvGrpSpPr>
          <p:cNvPr id="30" name="Group 17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19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图片 6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2A2ABDBE-2904-3181-0A65-19121634B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809" y="829249"/>
            <a:ext cx="8746850" cy="332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516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CFA7F11-B1F9-C08D-BFFA-1FE756DA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to Build a CNN in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16679-AA19-0D98-6985-C5B821B72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BatchNorm2d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F0B7211-40D5-F825-6CD4-1B19B24B8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666" y="1457471"/>
            <a:ext cx="8005699" cy="454323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774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5DA2AE-7BAD-40B9-AEBB-413428BA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45E0-E15A-4749-A027-DF90DA5AADC1}" type="slidenum">
              <a:rPr lang="zh-CN" altLang="en-US" b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fld>
            <a:endParaRPr lang="zh-CN" altLang="en-US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00B3D9-5890-BE8E-96EC-955E6094F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15" y="1513065"/>
            <a:ext cx="5040000" cy="419219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A2E1CEB4-8218-2903-49CB-43EC75E5C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832" y="2421962"/>
            <a:ext cx="4836968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an affine operation: y = Wx + b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397F0C0-BAE5-7F59-035D-81842350A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832" y="3781126"/>
            <a:ext cx="1800000" cy="1512864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84A3EC85-9DC6-C900-0702-0BC1A0DFA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832" y="3335786"/>
            <a:ext cx="4836968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err="1">
                <a:latin typeface="微软雅黑" panose="020B0503020204020204" pitchFamily="34" charset="-122"/>
                <a:ea typeface="微软雅黑" panose="020B0503020204020204" pitchFamily="34" charset="-122"/>
              </a:rPr>
              <a:t>ReLu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activation</a:t>
            </a:r>
            <a:endParaRPr kumimoji="0" lang="zh-CN" altLang="zh-CN" sz="2000" u="none" strike="noStrike" cap="none" normalizeH="0" baseline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CF28D8-50D1-C244-D817-0AC656C922DF}"/>
              </a:ext>
            </a:extLst>
          </p:cNvPr>
          <p:cNvSpPr txBox="1"/>
          <p:nvPr/>
        </p:nvSpPr>
        <p:spPr>
          <a:xfrm>
            <a:off x="322868" y="15130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 to Build a CNN in </a:t>
            </a:r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399737-A9EC-EE7C-BB97-B6A56E192FCE}"/>
              </a:ext>
            </a:extLst>
          </p:cNvPr>
          <p:cNvSpPr txBox="1">
            <a:spLocks/>
          </p:cNvSpPr>
          <p:nvPr/>
        </p:nvSpPr>
        <p:spPr>
          <a:xfrm>
            <a:off x="-638302" y="6424974"/>
            <a:ext cx="4008384" cy="545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/>
              <a:t>Copy from Tutorial 2</a:t>
            </a:r>
            <a:endParaRPr lang="zh-CN" altLang="en-US" sz="200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B947F0F-3FF6-62C1-B904-CC8C36B3376C}"/>
              </a:ext>
            </a:extLst>
          </p:cNvPr>
          <p:cNvSpPr txBox="1">
            <a:spLocks/>
          </p:cNvSpPr>
          <p:nvPr/>
        </p:nvSpPr>
        <p:spPr>
          <a:xfrm>
            <a:off x="322868" y="935108"/>
            <a:ext cx="2887374" cy="1022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b="1" dirty="0"/>
              <a:t>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401759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D9176-288B-3556-930C-98A9EE6C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4" y="0"/>
            <a:ext cx="10515600" cy="1325563"/>
          </a:xfrm>
        </p:spPr>
        <p:txBody>
          <a:bodyPr/>
          <a:lstStyle/>
          <a:p>
            <a:r>
              <a:rPr lang="en-US" altLang="zh-CN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4FA59F-E8D4-BC7C-E2DD-50736BA4D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168" y="1588179"/>
            <a:ext cx="8539264" cy="42558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B1506C-C1DF-03D9-4247-C002B6D1F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520" y="392982"/>
            <a:ext cx="6988146" cy="96782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D09D7AF-6ECE-ED48-DF33-9573986EE121}"/>
              </a:ext>
            </a:extLst>
          </p:cNvPr>
          <p:cNvSpPr txBox="1"/>
          <p:nvPr/>
        </p:nvSpPr>
        <p:spPr>
          <a:xfrm>
            <a:off x="1330960" y="6071366"/>
            <a:ext cx="1076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i="0" u="sng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Residual connections improve learning stability</a:t>
            </a:r>
          </a:p>
          <a:p>
            <a:pPr algn="ctr"/>
            <a:r>
              <a:rPr lang="en-US" altLang="zh-CN" u="sng">
                <a:latin typeface="Times New Roman" panose="02020603050405020304" pitchFamily="18" charset="0"/>
                <a:cs typeface="Times New Roman" panose="02020603050405020304" pitchFamily="18" charset="0"/>
              </a:rPr>
              <a:t>Prior to </a:t>
            </a:r>
            <a:r>
              <a:rPr lang="en-US" altLang="zh-CN" u="sng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altLang="zh-CN" u="sng">
                <a:latin typeface="Times New Roman" panose="02020603050405020304" pitchFamily="18" charset="0"/>
                <a:cs typeface="Times New Roman" panose="02020603050405020304" pitchFamily="18" charset="0"/>
              </a:rPr>
              <a:t> training very deep neural networks was difficult due to the problem of vanishing gradients.</a:t>
            </a:r>
            <a:endParaRPr lang="zh-CN" altLang="en-US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361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8BF2E4F-9AC0-D53B-E2E1-92C62918B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61" y="1348915"/>
            <a:ext cx="9607339" cy="28079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240E27-ED11-AE99-E3AB-31717E6FA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767" y="662781"/>
            <a:ext cx="2225233" cy="409229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7F043B6-5DDD-3956-C290-EE6CE01D0A9D}"/>
              </a:ext>
            </a:extLst>
          </p:cNvPr>
          <p:cNvSpPr txBox="1"/>
          <p:nvPr/>
        </p:nvSpPr>
        <p:spPr>
          <a:xfrm>
            <a:off x="1130550" y="4282106"/>
            <a:ext cx="68653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342900">
              <a:buFont typeface="Arial" panose="020B0604020202020204" pitchFamily="34" charset="0"/>
              <a:buChar char="•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0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identity size of output at each block</a:t>
            </a:r>
            <a:endParaRPr lang="zh-CN" altLang="zh-CN" sz="2000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71500" indent="-342900">
              <a:buFont typeface="Arial" panose="020B0604020202020204" pitchFamily="34" charset="0"/>
              <a:buChar char="•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000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different</a:t>
            </a:r>
            <a:r>
              <a:rPr lang="en-US" altLang="zh-CN" sz="2000" kern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size of outputs at different blocks</a:t>
            </a:r>
            <a:endParaRPr lang="en-US" altLang="zh-CN" sz="2000" kern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916FC62-2259-05BD-434B-4F49B8CC6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550" y="5115223"/>
            <a:ext cx="8588484" cy="1646063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529048F2-351F-7A05-1220-899B29460789}"/>
              </a:ext>
            </a:extLst>
          </p:cNvPr>
          <p:cNvSpPr txBox="1">
            <a:spLocks/>
          </p:cNvSpPr>
          <p:nvPr/>
        </p:nvSpPr>
        <p:spPr>
          <a:xfrm>
            <a:off x="41399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01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71DF5E7-6B1A-C282-AB3A-A09C14A35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817" y="788108"/>
            <a:ext cx="6109481" cy="2462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batch dimensions: torch.Size([128, 1, 28, 28])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zh-CN" altLang="zh-CN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0610BA-DDAE-8035-1CF0-DBB3BAD58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71" y="1170318"/>
            <a:ext cx="8588484" cy="16460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B977B6C-3981-DF04-F267-0159B563C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771" y="3098771"/>
            <a:ext cx="3294947" cy="280680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0C80BFB-B5D6-B7FC-17AD-E9A59B9A67F4}"/>
              </a:ext>
            </a:extLst>
          </p:cNvPr>
          <p:cNvSpPr txBox="1"/>
          <p:nvPr/>
        </p:nvSpPr>
        <p:spPr>
          <a:xfrm>
            <a:off x="-245097" y="149390"/>
            <a:ext cx="6636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26670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000" b="1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identity size of output at each block</a:t>
            </a:r>
            <a:endParaRPr lang="zh-CN" altLang="zh-CN" sz="2000" b="1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54CE4E-A86D-D247-F813-697799C70669}"/>
              </a:ext>
            </a:extLst>
          </p:cNvPr>
          <p:cNvSpPr txBox="1"/>
          <p:nvPr/>
        </p:nvSpPr>
        <p:spPr>
          <a:xfrm>
            <a:off x="5434552" y="3465587"/>
            <a:ext cx="7359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is the output size for this block ? 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E003517-F2A6-599C-733D-F0A92FC2C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315" y="4225134"/>
            <a:ext cx="4541914" cy="11659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A209EC-77B6-8FBC-7CE0-7326E8A0DF89}"/>
              </a:ext>
            </a:extLst>
          </p:cNvPr>
          <p:cNvSpPr/>
          <p:nvPr/>
        </p:nvSpPr>
        <p:spPr>
          <a:xfrm>
            <a:off x="2615184" y="1874520"/>
            <a:ext cx="5632704" cy="834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EF9DC5-465D-7BCE-8463-828AB8D4E6DD}"/>
              </a:ext>
            </a:extLst>
          </p:cNvPr>
          <p:cNvCxnSpPr/>
          <p:nvPr/>
        </p:nvCxnSpPr>
        <p:spPr>
          <a:xfrm>
            <a:off x="4224528" y="2708556"/>
            <a:ext cx="0" cy="491844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90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30610BA-DDAE-8035-1CF0-DBB3BAD58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181" y="1016000"/>
            <a:ext cx="9700274" cy="18591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636ECA5-1725-1ABB-4C73-0B13AE404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688" y="2728724"/>
            <a:ext cx="3787153" cy="307275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F87A40A-3020-B26E-ECF6-E6419992E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40" y="2728724"/>
            <a:ext cx="3511722" cy="35375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D065CF-D4BF-BF8F-FBA1-FA4FF5A5D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6062" y="2728725"/>
            <a:ext cx="4321626" cy="30727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AA37358-6D16-BC65-138F-42E992F310F2}"/>
              </a:ext>
            </a:extLst>
          </p:cNvPr>
          <p:cNvSpPr txBox="1"/>
          <p:nvPr/>
        </p:nvSpPr>
        <p:spPr>
          <a:xfrm>
            <a:off x="-285737" y="410133"/>
            <a:ext cx="66364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26670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b="1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2000" b="1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identity size of output at each block</a:t>
            </a:r>
            <a:endParaRPr lang="zh-CN" altLang="zh-CN" sz="2000" b="1" kern="10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FB394-B309-280E-CEAC-3B29D67D201A}"/>
              </a:ext>
            </a:extLst>
          </p:cNvPr>
          <p:cNvSpPr/>
          <p:nvPr/>
        </p:nvSpPr>
        <p:spPr>
          <a:xfrm>
            <a:off x="9282023" y="1748287"/>
            <a:ext cx="1805796" cy="980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C6ADC3-8C94-24ED-B5B3-53E4B787C043}"/>
              </a:ext>
            </a:extLst>
          </p:cNvPr>
          <p:cNvCxnSpPr>
            <a:stCxn id="6" idx="2"/>
          </p:cNvCxnSpPr>
          <p:nvPr/>
        </p:nvCxnSpPr>
        <p:spPr>
          <a:xfrm>
            <a:off x="10184921" y="2728723"/>
            <a:ext cx="442822" cy="1032394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035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A248111-9786-3430-293D-7AC97F3C9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673" y="590214"/>
            <a:ext cx="9388654" cy="18823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644D05-603B-8A32-92F6-9A01057D3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84"/>
          <a:stretch/>
        </p:blipFill>
        <p:spPr>
          <a:xfrm>
            <a:off x="702660" y="2875212"/>
            <a:ext cx="4681844" cy="317148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8C02913-7499-0049-452D-E4C1978321E7}"/>
              </a:ext>
            </a:extLst>
          </p:cNvPr>
          <p:cNvSpPr txBox="1"/>
          <p:nvPr/>
        </p:nvSpPr>
        <p:spPr>
          <a:xfrm>
            <a:off x="379201" y="6165293"/>
            <a:ext cx="710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is the output size for this block ?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5A233FC-BC97-1169-B454-1EE93186C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494" y="3058841"/>
            <a:ext cx="4358833" cy="272017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7368FEA-F651-1D6A-188C-031831FC761D}"/>
              </a:ext>
            </a:extLst>
          </p:cNvPr>
          <p:cNvSpPr txBox="1"/>
          <p:nvPr/>
        </p:nvSpPr>
        <p:spPr>
          <a:xfrm>
            <a:off x="-319391" y="188828"/>
            <a:ext cx="6250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26670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1800" b="1" kern="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with different</a:t>
            </a:r>
            <a:r>
              <a:rPr lang="en-US" altLang="zh-CN" b="1" kern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size of outputs at different blocks</a:t>
            </a:r>
            <a:endParaRPr lang="en-US" altLang="zh-CN" sz="1800" b="1" kern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9497A-70CD-9C1B-1911-4482FBD4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60" y="2504571"/>
            <a:ext cx="6109481" cy="2462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batch dimensions: torch.Size([128, 1, 28, 28])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zh-CN" altLang="zh-CN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2E2F7B-4F79-F253-6D36-BD8E35933EB7}"/>
              </a:ext>
            </a:extLst>
          </p:cNvPr>
          <p:cNvSpPr/>
          <p:nvPr/>
        </p:nvSpPr>
        <p:spPr>
          <a:xfrm>
            <a:off x="2179608" y="1506747"/>
            <a:ext cx="6182264" cy="842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08050E6-171F-5378-28DB-20EE1F15B38D}"/>
              </a:ext>
            </a:extLst>
          </p:cNvPr>
          <p:cNvCxnSpPr>
            <a:cxnSpLocks/>
          </p:cNvCxnSpPr>
          <p:nvPr/>
        </p:nvCxnSpPr>
        <p:spPr>
          <a:xfrm flipH="1">
            <a:off x="3623094" y="2349684"/>
            <a:ext cx="2173857" cy="127341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96A5135-49B7-9403-0CBE-82547596E99F}"/>
              </a:ext>
            </a:extLst>
          </p:cNvPr>
          <p:cNvSpPr/>
          <p:nvPr/>
        </p:nvSpPr>
        <p:spPr>
          <a:xfrm>
            <a:off x="4249947" y="590214"/>
            <a:ext cx="2283125" cy="88447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BA50319-BD4A-13C6-25DC-327034CC467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68200" y="918243"/>
            <a:ext cx="2260121" cy="1930379"/>
          </a:xfrm>
          <a:prstGeom prst="bentConnector3">
            <a:avLst>
              <a:gd name="adj1" fmla="val -323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77AFD37-4486-D063-675D-027101EC5E5D}"/>
              </a:ext>
            </a:extLst>
          </p:cNvPr>
          <p:cNvSpPr/>
          <p:nvPr/>
        </p:nvSpPr>
        <p:spPr>
          <a:xfrm>
            <a:off x="8557403" y="1305464"/>
            <a:ext cx="2232923" cy="116705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AA56AF3-8E95-8FDE-76E1-3BDC6E89834C}"/>
              </a:ext>
            </a:extLst>
          </p:cNvPr>
          <p:cNvCxnSpPr>
            <a:cxnSpLocks/>
          </p:cNvCxnSpPr>
          <p:nvPr/>
        </p:nvCxnSpPr>
        <p:spPr>
          <a:xfrm rot="5400000">
            <a:off x="8913767" y="3617150"/>
            <a:ext cx="2875864" cy="586597"/>
          </a:xfrm>
          <a:prstGeom prst="bentConnector3">
            <a:avLst>
              <a:gd name="adj1" fmla="val 99993"/>
            </a:avLst>
          </a:prstGeom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116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BD0FD0-A2CF-4B67-8DA3-F66744E8A5D1}"/>
              </a:ext>
            </a:extLst>
          </p:cNvPr>
          <p:cNvSpPr txBox="1"/>
          <p:nvPr/>
        </p:nvSpPr>
        <p:spPr>
          <a:xfrm>
            <a:off x="8396695" y="2132882"/>
            <a:ext cx="3505199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26670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3100" b="1" kern="120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ResNet</a:t>
            </a:r>
            <a:r>
              <a:rPr lang="en-US" altLang="zh-CN" sz="31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with different size of</a:t>
            </a:r>
            <a:r>
              <a:rPr lang="en-US" altLang="zh-CN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outputs at different blocks</a:t>
            </a:r>
            <a:endParaRPr lang="en-US" altLang="zh-CN" sz="3100" b="1" kern="120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 descr="图形用户界面, 文本, 应用程序&#10;&#10;描述已自动生成">
            <a:extLst>
              <a:ext uri="{FF2B5EF4-FFF2-40B4-BE49-F238E27FC236}">
                <a16:creationId xmlns:a16="http://schemas.microsoft.com/office/drawing/2014/main" id="{0B5C323D-546C-2CC9-0853-D9A28C97D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210517"/>
            <a:ext cx="7608304" cy="450792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79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6BD5186-8B53-015E-294D-005AB376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altLang="zh-CN" sz="36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Image Processing and Dataloader</a:t>
            </a:r>
            <a:br>
              <a:rPr lang="en-US" altLang="zh-CN" sz="36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sz="36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70CCB-4669-D77C-2536-1DFAE0C33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45" y="1234158"/>
            <a:ext cx="5147734" cy="5384919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 single Image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way</a:t>
            </a:r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pPr marL="0" indent="0">
              <a:buNone/>
            </a:pPr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图片 7" descr="文本&#10;&#10;描述已自动生成">
            <a:extLst>
              <a:ext uri="{FF2B5EF4-FFF2-40B4-BE49-F238E27FC236}">
                <a16:creationId xmlns:a16="http://schemas.microsoft.com/office/drawing/2014/main" id="{577701D3-0C1C-5240-FCC9-529560F81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34" y="1870644"/>
            <a:ext cx="6699377" cy="409880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6869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0C9A4E-4AE5-0778-303F-B667DC2A9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59" y="253479"/>
            <a:ext cx="11221122" cy="4351338"/>
          </a:xfrm>
        </p:spPr>
        <p:txBody>
          <a:bodyPr/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torch.utils.data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2400" b="1" dirty="0" err="1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endParaRPr lang="en-US" altLang="zh-CN" sz="2400" b="1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atasets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read the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directories and labels of data points in the dataset, and define the image transformation function.</a:t>
            </a:r>
            <a:endParaRPr lang="en-US" altLang="zh-CN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we often read datapoints in batches, we use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shuffle and batch data. 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4012CA-AEAE-C146-1207-04966991D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567" y="2507774"/>
            <a:ext cx="7085039" cy="40967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745073-050F-8F5D-9B71-2345B844D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972" y="3303731"/>
            <a:ext cx="2047316" cy="137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22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5186-8B53-015E-294D-005AB376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7" y="170087"/>
            <a:ext cx="9465297" cy="747238"/>
          </a:xfrm>
        </p:spPr>
        <p:txBody>
          <a:bodyPr>
            <a:noAutofit/>
          </a:bodyPr>
          <a:lstStyle/>
          <a:p>
            <a:r>
              <a:rPr lang="en-US" altLang="zh-CN" sz="32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Image Processing and </a:t>
            </a:r>
            <a:r>
              <a:rPr lang="en-US" altLang="zh-CN" sz="3200" kern="10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Dataloader</a:t>
            </a:r>
            <a:br>
              <a:rPr lang="en-US" altLang="zh-CN" sz="32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sz="32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70CCB-4669-D77C-2536-1DFAE0C33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41" y="7900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torchvision.datasets.ImageFolder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995B836-9EF9-5E85-F9F1-2AA562EE4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1" y="1319660"/>
            <a:ext cx="8093141" cy="14098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A8F9151-62FF-25DC-8CB7-059E7CBB9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738" y="65918"/>
            <a:ext cx="2450567" cy="228235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9F9D01-676B-C1A5-FA5C-47F61C1A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05" y="683739"/>
            <a:ext cx="3548770" cy="1664533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0C2528A-09BE-259B-15A3-BB2E0F7D37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141" y="2704085"/>
            <a:ext cx="8285149" cy="20218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108022-A76B-4955-567C-C1436B54E270}"/>
              </a:ext>
            </a:extLst>
          </p:cNvPr>
          <p:cNvSpPr txBox="1"/>
          <p:nvPr/>
        </p:nvSpPr>
        <p:spPr>
          <a:xfrm>
            <a:off x="83397" y="5063069"/>
            <a:ext cx="9546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far, the computer only stores file paths and labels of images, also the preprocessing functions.</a:t>
            </a:r>
          </a:p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images are still not loaded.</a:t>
            </a:r>
          </a:p>
        </p:txBody>
      </p:sp>
    </p:spTree>
    <p:extLst>
      <p:ext uri="{BB962C8B-B14F-4D97-AF65-F5344CB8AC3E}">
        <p14:creationId xmlns:p14="http://schemas.microsoft.com/office/powerpoint/2010/main" val="2574883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A9FE-D135-30E0-27A0-D86E1FD0C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3B491-F4A2-BD20-3B52-7E72AA28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97" y="170087"/>
            <a:ext cx="9465297" cy="747238"/>
          </a:xfrm>
        </p:spPr>
        <p:txBody>
          <a:bodyPr>
            <a:noAutofit/>
          </a:bodyPr>
          <a:lstStyle/>
          <a:p>
            <a:r>
              <a:rPr lang="en-US" altLang="zh-CN" sz="32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Image Processing and </a:t>
            </a:r>
            <a:r>
              <a:rPr lang="en-US" altLang="zh-CN" sz="3200" kern="10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Dataloader</a:t>
            </a:r>
            <a:br>
              <a:rPr lang="en-US" altLang="zh-CN" sz="32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sz="320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3E7B0B72-3847-5B56-A448-B98736A85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97" y="657782"/>
            <a:ext cx="5621347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30000"/>
              </a:spcBef>
              <a:spcAft>
                <a:spcPct val="0"/>
              </a:spcAf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torch.utils.data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DataLoader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00275D2-1388-7EB3-2B62-AB1F8CAC4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3" y="1522295"/>
            <a:ext cx="8285148" cy="3812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BA4CFD7-1878-C374-5E29-7BFFED536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93" y="2352573"/>
            <a:ext cx="3482642" cy="18746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7FA7AA-E788-D8DF-E7A2-789F4CAE9F98}"/>
              </a:ext>
            </a:extLst>
          </p:cNvPr>
          <p:cNvSpPr txBox="1"/>
          <p:nvPr/>
        </p:nvSpPr>
        <p:spPr>
          <a:xfrm>
            <a:off x="136693" y="4676270"/>
            <a:ext cx="9546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the images in a batch are loaded and pre-processed.</a:t>
            </a:r>
          </a:p>
          <a:p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the model to train on a batch.</a:t>
            </a:r>
          </a:p>
        </p:txBody>
      </p:sp>
    </p:spTree>
    <p:extLst>
      <p:ext uri="{BB962C8B-B14F-4D97-AF65-F5344CB8AC3E}">
        <p14:creationId xmlns:p14="http://schemas.microsoft.com/office/powerpoint/2010/main" val="1915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D5186-8B53-015E-294D-005AB376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6703" y="294724"/>
            <a:ext cx="9465297" cy="747238"/>
          </a:xfrm>
        </p:spPr>
        <p:txBody>
          <a:bodyPr>
            <a:normAutofit fontScale="90000"/>
          </a:bodyPr>
          <a:lstStyle/>
          <a:p>
            <a:r>
              <a:rPr lang="en-US" altLang="zh-CN" sz="36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Image Processing and </a:t>
            </a:r>
            <a:r>
              <a:rPr lang="en-US" altLang="zh-CN" sz="3600" kern="100" err="1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Dataloader</a:t>
            </a:r>
            <a:br>
              <a:rPr lang="en-US" altLang="zh-CN" sz="4400" kern="10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DD9D95A-5A69-D204-87E5-B2D282AE1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02" y="1921036"/>
            <a:ext cx="5621271" cy="327976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D77BD29-9332-C966-13A0-1467C6FFC2F7}"/>
              </a:ext>
            </a:extLst>
          </p:cNvPr>
          <p:cNvSpPr txBox="1"/>
          <p:nvPr/>
        </p:nvSpPr>
        <p:spPr>
          <a:xfrm>
            <a:off x="3738677" y="5439561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https://pytorch.org/vision/stable/datasets.html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6BD4496-3000-C1A6-20AB-2628FFB94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080" y="986676"/>
            <a:ext cx="9328772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>
                <a:solidFill>
                  <a:srgbClr val="262626"/>
                </a:solidFill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262626"/>
                </a:solidFill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t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orchvision </a:t>
            </a: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also 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provides many built-in datasets in the 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6C6C6D"/>
                </a:solidFill>
                <a:effectLst/>
                <a:latin typeface="Times New Roman" panose="02020603050405020304" pitchFamily="18" charset="0"/>
                <a:ea typeface="IBMPlexMono"/>
                <a:cs typeface="Times New Roman" panose="02020603050405020304" pitchFamily="18" charset="0"/>
              </a:rPr>
              <a:t>torchvision.datasets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rgbClr val="262626"/>
                </a:solidFill>
                <a:effectLst/>
                <a:latin typeface="Times New Roman" panose="02020603050405020304" pitchFamily="18" charset="0"/>
                <a:ea typeface="FreightSans"/>
                <a:cs typeface="Times New Roman" panose="02020603050405020304" pitchFamily="18" charset="0"/>
              </a:rPr>
              <a:t> module</a:t>
            </a: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zh-CN" altLang="zh-CN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00DF00-2CC1-F74A-AAF4-2B1EEB176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102" y="2231413"/>
            <a:ext cx="5599439" cy="210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51B68B97-8DC0-5154-5416-934B800B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33" y="173356"/>
            <a:ext cx="10515600" cy="1325563"/>
          </a:xfrm>
        </p:spPr>
        <p:txBody>
          <a:bodyPr/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</a:t>
            </a:r>
            <a:r>
              <a:rPr lang="en-US" altLang="zh-CN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on MNIST Dataset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0F0E4772-9222-40FA-3F66-EB45EB914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378" y="1830994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dirty="0"/>
              <a:t>                                       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Link:</a:t>
            </a:r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https://colab.research.google.com/drive/1ai0f50MH23tbI_buSST6Aa0bWveKFCy9?usp=sharing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8"/>
            <a:endParaRPr lang="en-US" altLang="zh-CN" dirty="0"/>
          </a:p>
          <a:p>
            <a:endParaRPr lang="zh-CN" altLang="en-US" dirty="0"/>
          </a:p>
        </p:txBody>
      </p:sp>
      <p:pic>
        <p:nvPicPr>
          <p:cNvPr id="11" name="Picture 2" descr="How to Develop a CNN for MNIST Handwritten Digit Classification">
            <a:extLst>
              <a:ext uri="{FF2B5EF4-FFF2-40B4-BE49-F238E27FC236}">
                <a16:creationId xmlns:a16="http://schemas.microsoft.com/office/drawing/2014/main" id="{34E1D8C7-53A9-B84A-97C3-36457EC88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483" y="1021384"/>
            <a:ext cx="5750560" cy="431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190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B06E69D3-C282-3005-35E5-C0B05AE74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261" y="236113"/>
            <a:ext cx="10515600" cy="1013778"/>
          </a:xfrm>
        </p:spPr>
        <p:txBody>
          <a:bodyPr>
            <a:norm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altLang="zh-CN" sz="4400" kern="1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cifar10_tutorial and HA3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28BAC53-1C6D-E114-7C3C-AFE4AFDA0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320" y="1591945"/>
            <a:ext cx="10515600" cy="868451"/>
          </a:xfrm>
        </p:spPr>
        <p:txBody>
          <a:bodyPr>
            <a:normAutofit/>
          </a:bodyPr>
          <a:lstStyle/>
          <a:p>
            <a:r>
              <a:rPr lang="en-US" altLang="zh-CN" sz="2000">
                <a:hlinkClick r:id="rId2"/>
              </a:rPr>
              <a:t>https://colab.research.google.com/github/pytorch/tutorials/blob/gh-pages/_downloads/4e865243430a47a00d551ca0579a6f6c/cifar10_tutorial.ipynb</a:t>
            </a:r>
            <a:endParaRPr lang="en-US" altLang="zh-CN" sz="2000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AE0A47-F2D3-7719-E45E-CA97E38A3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767" y="2460396"/>
            <a:ext cx="8440588" cy="258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6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731</Words>
  <Application>Microsoft Office PowerPoint</Application>
  <PresentationFormat>Widescreen</PresentationFormat>
  <Paragraphs>105</Paragraphs>
  <Slides>22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主题​​</vt:lpstr>
      <vt:lpstr>CNN Tutorial   2025 Spring </vt:lpstr>
      <vt:lpstr>Contents</vt:lpstr>
      <vt:lpstr>PowerPoint Presentation</vt:lpstr>
      <vt:lpstr>PowerPoint Presentation</vt:lpstr>
      <vt:lpstr>Basic Operation to Build a CNN in PyTorch</vt:lpstr>
      <vt:lpstr>Basic Operation to Build a CNN in PyTorch</vt:lpstr>
      <vt:lpstr>Basic Operation to Build a CNN in PyTorch</vt:lpstr>
      <vt:lpstr>Basic Operations to Build a CNN in PyTorch</vt:lpstr>
      <vt:lpstr>PowerPoint Presentation</vt:lpstr>
      <vt:lpstr>ResNet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 Processing and Dataloader </vt:lpstr>
      <vt:lpstr>PowerPoint Presentation</vt:lpstr>
      <vt:lpstr>Image Processing and Dataloader </vt:lpstr>
      <vt:lpstr>Image Processing and Dataloader </vt:lpstr>
      <vt:lpstr>Image Processing and Dataloader </vt:lpstr>
      <vt:lpstr>Implementation of ResNet on MNIST Dataset</vt:lpstr>
      <vt:lpstr>Introduction to cifar10_tutorial and HA3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Vayne Xie</dc:creator>
  <cp:lastModifiedBy>Jason Li</cp:lastModifiedBy>
  <cp:revision>45</cp:revision>
  <dcterms:created xsi:type="dcterms:W3CDTF">2022-10-02T09:22:24Z</dcterms:created>
  <dcterms:modified xsi:type="dcterms:W3CDTF">2025-03-18T06:34:55Z</dcterms:modified>
</cp:coreProperties>
</file>